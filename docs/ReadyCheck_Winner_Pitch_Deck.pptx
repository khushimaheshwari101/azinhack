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384048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8EE0B1"/>
                </a:solidFill>
                <a:latin typeface="Segoe UI"/>
              </a:defRPr>
            </a:pPr>
            <a:r>
              <a:t>AZINHACK ’26 | OPEN INNOVATION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ReadyCheck</a:t>
            </a:r>
          </a:p>
          <a:p>
            <a:pPr>
              <a:defRPr sz="2200">
                <a:solidFill>
                  <a:srgbClr val="8EE0B1"/>
                </a:solidFill>
                <a:latin typeface="Segoe UI"/>
              </a:defRPr>
            </a:pPr>
            <a:r>
              <a:t>Autonomous Grievance Audit &amp; Silent Policy-Change Watchdog</a:t>
            </a:r>
          </a:p>
          <a:p>
            <a:pPr>
              <a:defRPr sz="1400">
                <a:solidFill>
                  <a:srgbClr val="A0B9AF"/>
                </a:solidFill>
                <a:latin typeface="Segoe UI"/>
              </a:defRPr>
            </a:pPr>
            <a:r>
              <a:t>Turning 500M+ Indian consumers from helpless online shoppers into evidence-backed complainants using live web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3383280" cy="14630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EE0B1"/>
                </a:solidFill>
                <a:latin typeface="Segoe UI"/>
              </a:defRPr>
            </a:pPr>
            <a:r>
              <a:t>FIND WITH TINYFISH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Search &amp; Fetch live official grievance endpoints without bot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931920"/>
            <a:ext cx="3383280" cy="14630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EE0B1"/>
                </a:solidFill>
                <a:latin typeface="Segoe UI"/>
              </a:defRPr>
            </a:pPr>
            <a:r>
              <a:t>100% GROUNDED EVIDENCE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Every extracted contact is bound to a verified verbatim quote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931920"/>
            <a:ext cx="3383280" cy="14630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EE0B1"/>
                </a:solidFill>
                <a:latin typeface="Segoe UI"/>
              </a:defRPr>
            </a:pPr>
            <a:r>
              <a:t>TAMPER-EVIDENT WATCH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SHA-256 snapshots track subtle overnight policy shifts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Khushi Maheshwari | Kitten Team | B.Tech Robotics &amp; Automation, USAR, GGSIPU East Delhi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THE CRISIS &amp; LEGAL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E-Commerce Grievance Blackhole: 5.11 Lakh Complaints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5.11 Lakh+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E-Commerce grievances logged on India's National Consumer Helpline (NCH) in 2025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8EE0B1"/>
                </a:solidFill>
                <a:latin typeface="Segoe UI"/>
              </a:defRPr>
            </a:pPr>
            <a:r>
              <a:t>Jan 1, 2027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Amended Consumer Protection (E-Commerce) Rules take strict effect. Publishing verifiable Grievance Officers is mandatory by law.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7132320" cy="12344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1. Intentional Labyrinthine Dark Patterns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Companies bury Grievance Officer contacts behind 7+ layers of automated FAQ trees and dumb bots to dissuade escalation.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108960"/>
            <a:ext cx="7132320" cy="12344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2. Silent Overnight Terms Shifting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Platforms quietly alter return periods (14 days -&gt; 48 hrs) or warranty fine-print without notice, leaving buyers without historical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572000"/>
            <a:ext cx="7132320" cy="123444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3. The Evidence Void in Consumer Courts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When taking a dispute to NCH or CCPA, the consumer carries the burden of proof. Without dated cryptographic snapshots, claims get dismissed.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ReadyCheck: Autonomous Audit &amp; Policy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01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Autonomous Discovery</a:t>
            </a:r>
          </a:p>
          <a:p>
            <a:pPr>
              <a:defRPr sz="1050">
                <a:solidFill>
                  <a:srgbClr val="A0B9AF"/>
                </a:solidFill>
                <a:latin typeface="Segoe UI"/>
              </a:defRPr>
            </a:pPr>
            <a:r>
              <a:t>TinyFish Search &amp; Fetch discover official compliance pages directly, bypassing labyrinthine help bots.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02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100% Quote Grounding</a:t>
            </a:r>
          </a:p>
          <a:p>
            <a:pPr>
              <a:defRPr sz="1050">
                <a:solidFill>
                  <a:srgbClr val="A0B9AF"/>
                </a:solidFill>
                <a:latin typeface="Segoe UI"/>
              </a:defRPr>
            </a:pPr>
            <a:r>
              <a:t>Zero AI hallucinations. Every extracted officer name, email, and phone must verbatim exist in cited page excerpts.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Cryptographic Baseline</a:t>
            </a:r>
          </a:p>
          <a:p>
            <a:pPr>
              <a:defRPr sz="1050">
                <a:solidFill>
                  <a:srgbClr val="A0B9AF"/>
                </a:solidFill>
                <a:latin typeface="Segoe UI"/>
              </a:defRPr>
            </a:pPr>
            <a:r>
              <a:t>Stores normalized SHA-256 snapshots of policies to detect subtle text movements over days and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931920"/>
            <a:ext cx="338328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04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Classified Shift Alerts</a:t>
            </a:r>
          </a:p>
          <a:p>
            <a:pPr>
              <a:defRPr sz="1050">
                <a:solidFill>
                  <a:srgbClr val="A0B9AF"/>
                </a:solidFill>
                <a:latin typeface="Segoe UI"/>
              </a:defRPr>
            </a:pPr>
            <a:r>
              <a:t>ML + SequenceMatcher classifies diffs (contact shift, timeline alteration, refund clause change) with confidence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3383280" cy="20116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05</a:t>
            </a:r>
          </a:p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1-Click Legal Dossier</a:t>
            </a:r>
          </a:p>
          <a:p>
            <a:pPr>
              <a:defRPr sz="1050">
                <a:solidFill>
                  <a:srgbClr val="A0B9AF"/>
                </a:solidFill>
                <a:latin typeface="Segoe UI"/>
              </a:defRPr>
            </a:pPr>
            <a:r>
              <a:t>Exports court-admissible PDF audit reports with timestamps, proof excerpts, and pre-drafted legal escalation notices.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From Live Domain to Grounded Legal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04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1. Scope &amp; Guard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Domain Normalization</a:t>
            </a:r>
            <a:br/>
            <a:r>
              <a:t>SSRF Loopback Rejection</a:t>
            </a:r>
            <a:br/>
            <a:r>
              <a:t>Strict Origin Scoping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2. TinyFish Search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Live Web Search API</a:t>
            </a:r>
            <a:br/>
            <a:r>
              <a:t>Official Domain Filter</a:t>
            </a:r>
            <a:br/>
            <a:r>
              <a:t>Candidate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3. TinyFish Fetch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Anti-Bot Markdown</a:t>
            </a:r>
            <a:br/>
            <a:r>
              <a:t>ETag / TTL Caching</a:t>
            </a:r>
            <a:br/>
            <a:r>
              <a:t>Raw Page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4. ML Classifier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TF-IDF + Logistic Reg</a:t>
            </a:r>
            <a:br/>
            <a:r>
              <a:t>Page Relevance Ranking</a:t>
            </a:r>
            <a:br/>
            <a:r>
              <a:t>Zero-Shot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5. Grounding Check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Verbatim Substring Check</a:t>
            </a:r>
            <a:br/>
            <a:r>
              <a:t>Nullify Hallucinations</a:t>
            </a:r>
            <a:br/>
            <a:r>
              <a:t>Evidence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645920"/>
            <a:ext cx="1645920" cy="29260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6. Diff &amp; Snapshot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SHA-256 Storage</a:t>
            </a:r>
            <a:br/>
            <a:r>
              <a:t>SequenceMatcher Diff</a:t>
            </a:r>
            <a:br/>
            <a:r>
              <a:t>Legal Dossier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EE0B1"/>
                </a:solidFill>
                <a:latin typeface="Segoe UI"/>
              </a:defRPr>
            </a:pPr>
            <a:r>
              <a:t>CORE TECHNICAL STACK &amp; SAFETY MECHANISMS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FastAPI Backend · TinyFish Python SDK (Search, Fetch, Web Agent) · Scikit-Learn TF-IDF · SQLite Snapshot Store · Anti-SSRF Perimeter Protection · Native Vanilla JS Responsive Frontend (Zero external JS bundles, sub-50ms render time).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SPONSOR DEEP-TECH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Maximizing TinyFish: Beyond Basic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TinyFish Search API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Searches live official domains dynamically for grievance redressal and escalation policies without requiring pre-indexed URLs.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SDK Implementation: Search.query() with domain scoping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TinyFish Fetch API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Extracts clean, anti-bot markdown without Cloudflare blocks, including ETag &amp; Last-Modified headers for zero-redundancy checks.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SDK Implementation: Fetch.get_contents(format='markdown')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TinyFish Web Agent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Bounded headless agent acts as a fallback for dynamic Single-Page Apps (React/Vue) to extract hidden tables with strict JSON schema.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SDK Implementation: Agent.stream() with output_schema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Browser Infrastructure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Cloud-controlled Playwright &amp; CDP instances handle JavaScript evaluation, modal dialogs, and anti-crawler heuristics.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SDK Implementation: Cloud Browser Sandbox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BUSINESS &amp; CIVIC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Protecting 500M+ Consumers &amp; RegTech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4688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EE0B1"/>
                </a:solidFill>
                <a:latin typeface="Segoe UI"/>
              </a:defRPr>
            </a:pPr>
            <a:r>
              <a:t>B2C Civic Tech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Free consumer portal empowering citizens with instant evidence dossiers for filing complaints on the National Consumer Helpline (NCH) and e-Daakhil court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4688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EE0B1"/>
                </a:solidFill>
                <a:latin typeface="Segoe UI"/>
              </a:defRPr>
            </a:pPr>
            <a:r>
              <a:t>B2B RegTech SaaS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Automated compliance monitoring API for enterprise aggregators, legal firms, and D2C brands to ensure third-party seller compliance with CCPA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46888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EE0B1"/>
                </a:solidFill>
                <a:latin typeface="Segoe UI"/>
              </a:defRPr>
            </a:pPr>
            <a:r>
              <a:t>Dark Pattern Detection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Expanding classifier to detect forced continuity, hidden charges, and bait-and-switch cancellation clauses across India's top 1,000 shopping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430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EE0B1"/>
                </a:solidFill>
                <a:latin typeface="Segoe UI"/>
              </a:defRPr>
            </a:pPr>
            <a:r>
              <a:t>THE VERDICT: REAL CODE. REAL IMPACT. SHIPPED AT AZINHACK ’26.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ReadyCheck bridges the critical trust deficit in Indian e-commerce by turning live web agents into consumer rights advocates. Clean modular code, 8 passing unit tests, and deep TinyFish integration ready for evaluation.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Thank you judges! We are ready for live demonstration and Q&amp;A.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APPENDIX A: MACHINE LEARNING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Page Classifier &amp; Change Detection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APPENDIX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ML PHILOSOPHY: RANKING PAGES WITHOUT HALLUCINATING FACTS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Dual Supervised Models: TF-IDF vectorizer + Logistic Regression pipeline trained via train_models.py.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Model 1 (Page Relevance): Classifies fetched pages as 'likely_grievance' vs 'other', preventing false positives from product catalogs.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Model 2 (Change Severity): Classifies text diffs into 'contact_details', 'response_timeline', 'complaint_process', or 'other_content'.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Deterministic Grounding Guard: ML is NEVER allowed to invent or fill contact details. A fact is ONLY verified if a raw string substring exists in the source quote.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High-Availability Fallback: If joblib model artifacts are absent, explicit regex &amp; keyword heuristics maintain 100% backend uptime.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APPENDIX B: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SSRF Defense &amp; Zero-PII Privacy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APPENDIX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DEFENSE-IN-DEPTH ARCHITECTURAL SAFEGUARDS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SSRF Mitigation: domain.py strictly rejects loopback IP addresses (127.0.0.1, localhost) and private RFC1918 subnets.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Strict Origin Bounding: require_company_url() ensures fetched redirects do not hop to third-party phishing or attacker domains.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Zero-PII Policy: ReadyCheck audits ONLY public pages. It never requests user credit cards, OTPs, login passwords, or personal orders.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Server-Side Credential Isolation: TinyFish API keys reside strictly on the server (.env); no keys or provider credentials reach the frontend.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Bounded Resource Guards: Timeouts (max 45s), step caps (max 8 steps), and max character limits (120k chars) prevent resource exhaustion.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APPENDIX C: POLICY DIFF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Cryptographic Hashing &amp; Text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APPENDIX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TAMPER-EVIDENT BASELINES &amp; DIFF CLASSIFICATION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Unicode Normalization (NFKC): Whitespace collapses and non-breaking spaces are cleansed before hash generation.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SHA-256 Checksums: Every saved version receives a cryptographic signature. Unchanged pages exit in O(1) time.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SequenceMatcher Opcode Hunks: Substring diffing isolates shifted clauses without displaying entire 100kb terms documents.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Scheduled Re-Checks: Background async loop in FastAPI runs due page verifications without blocking live HTTP traffic.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Evidence Immutability: SQLite snapshot tables maintain an immutable append-only audit trail for legal scrutiny.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EE0B1"/>
                </a:solidFill>
                <a:latin typeface="Segoe UI"/>
              </a:defRPr>
            </a:pPr>
            <a:r>
              <a:t>APPENDIX D: JUDGE Q&amp;A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Pre-Empting Challenging Technical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A0B9AF"/>
                </a:solidFill>
                <a:latin typeface="Segoe UI"/>
              </a:defRPr>
            </a:pPr>
            <a:r>
              <a:t>APPENDIX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302A"/>
          </a:solidFill>
          <a:ln>
            <a:solidFill>
              <a:srgbClr val="234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EE0B1"/>
                </a:solidFill>
                <a:latin typeface="Segoe UI"/>
              </a:defRPr>
            </a:pPr>
            <a:r>
              <a:t>JUDGE DEFENSE MATRIX &amp; RAPID ANSWERS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'Why not simple BeautifulSoup?' -&gt; Modern e-commerce uses React dynamic hydration &amp; Cloudflare. TinyFish provides real browser execution.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'What if the company alters the DOM?' -&gt; TinyFish Web Agent reasons over semantic layout, not brittle CSS selectors.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'Is this legal advice?' -&gt; No, ReadyCheck is strictly an evidence-first discovery tool for human review and regulatory submission.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'How do you handle rate limits?' -&gt; ETag caching via TinyFish Fetch minimizes network overhead; only changed pages consume credits.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• 'Team Kitten': Khushi Maheshwari, USAR, GGSIPU East Delhi Campus. Dedicated to building verifiable civic-tech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